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Distributed Scrolling Display &amp; CAN on FPGA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t>Design &amp; Verification of a Multi-Node SoC (Team of 3)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b="1" sz="2000"/>
            </a:pPr>
            <a:r>
              <a:t>System Architecture &amp; Hardware Design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/>
            </a:pPr>
            <a:r>
              <a:t>Integrated RISC-V core (CV32E40P) with custom SystemVerilog OBI bus interconnect.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/>
            </a:pPr>
            <a:r>
              <a:t>Developed bare-metal RISC-V assembly with interrupt-driven CAN and UI handling.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b="1" sz="2000"/>
            </a:pPr>
            <a:r>
              <a:t>Verification Strategy &amp; Execution (Key Focus)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/>
            </a:pPr>
            <a:r>
              <a:t>IP-Level Validation: Cycle-accurate verification of bus fabric and Mealy FSMs (buffer overflows, bus stalls).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/>
            </a:pPr>
            <a:r>
              <a:t>System-Level Simulation: Built multi-client environments connecting multiple CAN nodes to test distributed protocols.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/>
            </a:pPr>
            <a:r>
              <a:t>Edge-Case Analysis: Analyzed and verified race conditions (e.g., simultaneous speed updates) and dynamic node initialization.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b="1" sz="2000"/>
            </a:pPr>
            <a:r>
              <a:t>Outcomes &amp; Technical Skills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/>
            </a:pPr>
            <a:r>
              <a:t>Demonstrated rigorous distributed system debugging, achieving flawless multi-node CAN communication.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